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91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875BCAF-A5E6-08DB-A892-896977EC3E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D050F67-DCE4-1DD8-6B43-B98A2D5CC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FA44CCE-02F7-25BF-AF9D-C46E0DE515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5998B39-A582-DDFC-C15D-9EC2E4C9C2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FEED273-77F7-409B-DF3D-BE30E76A2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4F52504-E113-A1DD-BF38-C7EF531E7B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DC077E2-4846-7E37-94BF-93D83BE7D4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B4D0130-42E8-D205-BAA5-A84F02E6BF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7C47053-24D8-E25A-2F70-5DD1227FF4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A4BAB56-A5AC-D568-29AC-AEFD578139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934C153-C00F-98E9-1A08-F20912B79B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98FA9E4-18A4-6D89-88CB-9F678DD5FD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56C940-0009-5556-594F-B117CCA938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B73E6A-910C-B378-9314-6EF7F5BE83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4BC510C-E1DC-79D4-D067-138DAC149B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600" y="8385096"/>
            <a:ext cx="2179472" cy="720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Mauro</dc:creator>
  <cp:lastModifiedBy>etchevers rodríguez marta</cp:lastModifiedBy>
  <cp:revision>2</cp:revision>
  <dcterms:created xsi:type="dcterms:W3CDTF">2006-08-16T00:00:00Z</dcterms:created>
  <dcterms:modified xsi:type="dcterms:W3CDTF">2026-05-08T18:00:43Z</dcterms:modified>
</cp:coreProperties>
</file>