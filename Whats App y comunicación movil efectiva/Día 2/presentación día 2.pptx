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91" y="1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2032" y="0"/>
            <a:ext cx="16251936" cy="914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r="871"/>
          <a:stretch>
            <a:fillRect/>
          </a:stretch>
        </p:blipFill>
        <p:spPr>
          <a:xfrm>
            <a:off x="20" y="1709"/>
            <a:ext cx="16255980" cy="914229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33DDD82-9C66-FA19-EA97-191EFCB23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C3E9232-A563-D056-C126-63B947AD49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B9817F5-8A09-4107-7880-176138E542F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29" y="762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1D192E0-0BF1-1914-ED50-50DBA6C994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F38625B-EA21-34D1-74BE-7874C08E3E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F172EDD-A5C8-4A41-CFE9-A608C95547D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430CD2D-DEA2-98B9-39E7-328ECD8FC8C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6400" y="8511484"/>
            <a:ext cx="1879600" cy="6216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FA2C9-2C2E-8F50-936B-0F762BFA44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4BAC7ED-A0DF-8E73-7A36-1EE3D77C262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1A5C554-1CCB-45FE-E69F-02BFDFD2089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2E15D5B-B975-4B1C-00DD-F61FC7F65C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14FA725-7AD2-32C5-F6AE-0182A6719A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" y="762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CE17279-A6B6-F773-723D-0620125C3C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F7CA344-2937-971F-FC73-00898F742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B2BD85A-30D0-0414-67C3-EE3D8C0D7E4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5284" y="8458200"/>
            <a:ext cx="2040716" cy="6749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Mauro</dc:creator>
  <cp:lastModifiedBy>etchevers rodríguez marta</cp:lastModifiedBy>
  <cp:revision>2</cp:revision>
  <dcterms:created xsi:type="dcterms:W3CDTF">2006-08-16T00:00:00Z</dcterms:created>
  <dcterms:modified xsi:type="dcterms:W3CDTF">2026-05-08T17:21:02Z</dcterms:modified>
</cp:coreProperties>
</file>